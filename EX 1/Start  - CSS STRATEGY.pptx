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3" autoAdjust="0"/>
    <p:restoredTop sz="94660"/>
  </p:normalViewPr>
  <p:slideViewPr>
    <p:cSldViewPr snapToGrid="0">
      <p:cViewPr>
        <p:scale>
          <a:sx n="75" d="100"/>
          <a:sy n="75" d="100"/>
        </p:scale>
        <p:origin x="9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t Sosatya" userId="95347795-65bc-42ff-8494-6819507606d1" providerId="ADAL" clId="{7EEFA11E-58DC-409E-892B-CCDD09398A81}"/>
    <pc:docChg chg="undo custSel modSld">
      <pc:chgData name="That Sosatya" userId="95347795-65bc-42ff-8494-6819507606d1" providerId="ADAL" clId="{7EEFA11E-58DC-409E-892B-CCDD09398A81}" dt="2026-10-30T03:20:01.021" v="54" actId="1076"/>
      <pc:docMkLst>
        <pc:docMk/>
      </pc:docMkLst>
      <pc:sldChg chg="addSp delSp modSp mod">
        <pc:chgData name="That Sosatya" userId="95347795-65bc-42ff-8494-6819507606d1" providerId="ADAL" clId="{7EEFA11E-58DC-409E-892B-CCDD09398A81}" dt="2026-10-30T03:20:01.021" v="54" actId="1076"/>
        <pc:sldMkLst>
          <pc:docMk/>
          <pc:sldMk cId="3718043364" sldId="256"/>
        </pc:sldMkLst>
        <pc:spChg chg="add del mod">
          <ac:chgData name="That Sosatya" userId="95347795-65bc-42ff-8494-6819507606d1" providerId="ADAL" clId="{7EEFA11E-58DC-409E-892B-CCDD09398A81}" dt="2026-10-30T03:19:27.493" v="45" actId="478"/>
          <ac:spMkLst>
            <pc:docMk/>
            <pc:sldMk cId="3718043364" sldId="256"/>
            <ac:spMk id="7" creationId="{1B019EA5-55AC-0082-4F6A-DB4F9EE1F76C}"/>
          </ac:spMkLst>
        </pc:spChg>
        <pc:spChg chg="add del mod">
          <ac:chgData name="That Sosatya" userId="95347795-65bc-42ff-8494-6819507606d1" providerId="ADAL" clId="{7EEFA11E-58DC-409E-892B-CCDD09398A81}" dt="2026-10-30T02:58:03.084" v="17" actId="22"/>
          <ac:spMkLst>
            <pc:docMk/>
            <pc:sldMk cId="3718043364" sldId="256"/>
            <ac:spMk id="9" creationId="{E3177E24-E79E-6916-17E0-ED44BE69A223}"/>
          </ac:spMkLst>
        </pc:spChg>
        <pc:spChg chg="add del mod">
          <ac:chgData name="That Sosatya" userId="95347795-65bc-42ff-8494-6819507606d1" providerId="ADAL" clId="{7EEFA11E-58DC-409E-892B-CCDD09398A81}" dt="2026-10-30T03:19:54.212" v="51" actId="478"/>
          <ac:spMkLst>
            <pc:docMk/>
            <pc:sldMk cId="3718043364" sldId="256"/>
            <ac:spMk id="11" creationId="{00BCBEF4-4E4F-7E5B-0A65-054BA7A0FB97}"/>
          </ac:spMkLst>
        </pc:spChg>
        <pc:spChg chg="add del mod">
          <ac:chgData name="That Sosatya" userId="95347795-65bc-42ff-8494-6819507606d1" providerId="ADAL" clId="{7EEFA11E-58DC-409E-892B-CCDD09398A81}" dt="2026-10-30T03:19:58.770" v="53" actId="478"/>
          <ac:spMkLst>
            <pc:docMk/>
            <pc:sldMk cId="3718043364" sldId="256"/>
            <ac:spMk id="13" creationId="{BAAB25D3-D890-7CBE-7119-C764027CAC18}"/>
          </ac:spMkLst>
        </pc:spChg>
        <pc:picChg chg="add del mod">
          <ac:chgData name="That Sosatya" userId="95347795-65bc-42ff-8494-6819507606d1" providerId="ADAL" clId="{7EEFA11E-58DC-409E-892B-CCDD09398A81}" dt="2026-10-30T02:56:42.943" v="2" actId="478"/>
          <ac:picMkLst>
            <pc:docMk/>
            <pc:sldMk cId="3718043364" sldId="256"/>
            <ac:picMk id="3" creationId="{FA00E718-8D16-6E0C-6CE2-5A9F484BD2B6}"/>
          </ac:picMkLst>
        </pc:picChg>
        <pc:picChg chg="add del mod">
          <ac:chgData name="That Sosatya" userId="95347795-65bc-42ff-8494-6819507606d1" providerId="ADAL" clId="{7EEFA11E-58DC-409E-892B-CCDD09398A81}" dt="2026-10-30T03:20:01.021" v="54" actId="1076"/>
          <ac:picMkLst>
            <pc:docMk/>
            <pc:sldMk cId="3718043364" sldId="256"/>
            <ac:picMk id="5" creationId="{21A1E41E-2407-443F-A384-76DD9D204316}"/>
          </ac:picMkLst>
        </pc:picChg>
      </pc:sldChg>
      <pc:sldChg chg="addSp delSp modSp mod">
        <pc:chgData name="That Sosatya" userId="95347795-65bc-42ff-8494-6819507606d1" providerId="ADAL" clId="{7EEFA11E-58DC-409E-892B-CCDD09398A81}" dt="2026-10-30T03:19:09.489" v="44" actId="1076"/>
        <pc:sldMkLst>
          <pc:docMk/>
          <pc:sldMk cId="535099321" sldId="257"/>
        </pc:sldMkLst>
        <pc:picChg chg="add del mod">
          <ac:chgData name="That Sosatya" userId="95347795-65bc-42ff-8494-6819507606d1" providerId="ADAL" clId="{7EEFA11E-58DC-409E-892B-CCDD09398A81}" dt="2026-10-30T03:18:04.388" v="34" actId="478"/>
          <ac:picMkLst>
            <pc:docMk/>
            <pc:sldMk cId="535099321" sldId="257"/>
            <ac:picMk id="3" creationId="{13DCFABA-845E-6DB6-DB9E-299AD9323A6A}"/>
          </ac:picMkLst>
        </pc:picChg>
        <pc:picChg chg="add mod">
          <ac:chgData name="That Sosatya" userId="95347795-65bc-42ff-8494-6819507606d1" providerId="ADAL" clId="{7EEFA11E-58DC-409E-892B-CCDD09398A81}" dt="2026-10-30T03:19:09.489" v="44" actId="1076"/>
          <ac:picMkLst>
            <pc:docMk/>
            <pc:sldMk cId="535099321" sldId="257"/>
            <ac:picMk id="5" creationId="{3962D23D-7E2B-E1D2-1BC2-CDA647710A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01" y="155114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62D23D-7E2B-E1D2-1BC2-CDA647710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That Sosatya</cp:lastModifiedBy>
  <cp:revision>1</cp:revision>
  <dcterms:created xsi:type="dcterms:W3CDTF">2024-08-04T11:27:57Z</dcterms:created>
  <dcterms:modified xsi:type="dcterms:W3CDTF">2026-10-30T03:20:06Z</dcterms:modified>
</cp:coreProperties>
</file>